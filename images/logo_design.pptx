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EE255-FBD7-4420-B35F-A08461BC4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67C984-386E-45FD-A299-7CCBC043F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2CEB57-DD7D-4C66-955E-3BEB2CC11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1E153-9D0B-434F-B801-266AA920D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2718E-3123-4EBB-94D1-94E6401D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080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02B09-C36C-4091-B0EB-181747B0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63CC5A-57C1-4470-A8A6-AA0181323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21E94-EF77-43E6-90D0-7FF85CC4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7EC42D-69C9-49CB-B862-11C15EDF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9F7B80-2779-4D92-B0F0-2FB51C41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649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DC726-6C18-4446-BCCF-0608FBB77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EF6D0F-A49E-4B81-B440-500B0D474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70838-C0B1-46B7-9794-10E2FFBD9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619395-3F00-4907-907F-4974CA1DB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5709AC-809A-45E2-ABB5-7B00AAD4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72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5FA2D-F3C2-4418-8B03-0B223ACC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A49DFC-C3A1-44CE-ACC9-0B106BADE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D966AB-50CC-473A-B47E-4F953325C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F01B02-068B-4646-BE3B-1986DF6A6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0E8407-5827-425D-9DDB-717B6A046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FDA2A7-5E9F-4ECD-BA52-B4BB54A9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60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D17A9-27BB-49BF-B5E3-D34B7B706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AEDAA5-8F7B-4E78-805C-B4942B89B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261988-FA1F-4AF7-BF74-51637F2B1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FF661F-B2D3-4A78-888A-37C371DB4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3E3C00-2E9B-4DA8-B007-4783D0295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25965A-0830-4BF2-89D7-47CF6811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D4D143-5E36-4FFF-9178-53389CE1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277E56-F250-4492-9C21-A0C2F446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22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DFFC6-90F0-4B8A-95B4-749C4DD9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E8B5E0-4174-44D2-BD86-2839B37D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46A1E3-D499-43AD-8647-E15BCAE7D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8BBC46-08A8-46B8-BDE3-6335E0FE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99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E2A372-CC30-4176-B669-178E3F344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F5ECB3-9238-4FE1-BA1A-66183DD9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385F60-E2B4-48D3-837C-D36630B5B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367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62FFC-008A-4C1B-AB0A-125A64AA2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3825BF-4BC5-4A62-A044-77871B47F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C1F4D3-6C20-4580-8C6E-9019F9AFD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2E84EB-E6BC-4E39-8305-E3B81FB0B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E1839B-B6F4-423B-900A-79D76D49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92C68F-C5CA-4BE4-85C7-B3A49426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80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8A4AF-58DF-41B5-8008-D3A464AD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32B8A8-D5B6-4EF3-BA18-328404239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BA9D7-AAC1-427B-AEB9-31B3F1AB2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BB7244-66BB-4186-A98B-ED661434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1D0A91-A6A1-40A2-8104-B127A403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EECE21-AE16-4EBB-B070-5688B774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30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6644F-EF34-45E5-974B-021AF10F5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8BFFD6-C49B-4DB6-B568-647285628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DBBB20-4CCB-442A-95A0-4FCFE2C5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05AC15-A7C4-495B-9686-B9558DCA3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1E52FD-C6B0-4342-A71F-5F85E196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5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E77771-7060-453C-AAA8-1E6FF5FA2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097B15-5C3D-44DE-8C69-AF81E1615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4C041-ECC3-4B66-93E3-5245A84D7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29388-6346-402E-8270-D0BF1B8B4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DD5ACB-573C-4387-B955-FE3E1A62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32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4C25DE-7A68-4FF6-ADD5-38A9F9CDA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DEA813-47AB-4219-BB25-643C8F077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7E2C6E-5D80-4E4B-870A-6E2A6AF74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32F3C-6B00-4150-B702-2687A96D505D}" type="datetimeFigureOut">
              <a:rPr lang="zh-CN" altLang="en-US" smtClean="0"/>
              <a:t>2026-8-25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07DC11-7D10-4BA2-8FED-663E41778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2E7E48-4AA5-45D7-BDAC-0B67C2310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1CDB7-090B-43FF-9EDA-A3F012700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87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0D3C6A2-299F-4D2A-B36E-70B9986C2F4F}"/>
              </a:ext>
            </a:extLst>
          </p:cNvPr>
          <p:cNvSpPr/>
          <p:nvPr/>
        </p:nvSpPr>
        <p:spPr>
          <a:xfrm>
            <a:off x="4865933" y="2041117"/>
            <a:ext cx="2202403" cy="2202403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07FA68B-4A8D-4237-B5EB-E5F4B0EBFC7C}"/>
              </a:ext>
            </a:extLst>
          </p:cNvPr>
          <p:cNvGrpSpPr/>
          <p:nvPr/>
        </p:nvGrpSpPr>
        <p:grpSpPr>
          <a:xfrm>
            <a:off x="4583326" y="1489790"/>
            <a:ext cx="2488663" cy="3174973"/>
            <a:chOff x="6606090" y="1184990"/>
            <a:chExt cx="2488663" cy="3174973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04FB4B6-5E7B-469E-BE82-92853B856DAC}"/>
                </a:ext>
              </a:extLst>
            </p:cNvPr>
            <p:cNvSpPr/>
            <p:nvPr/>
          </p:nvSpPr>
          <p:spPr>
            <a:xfrm>
              <a:off x="6606090" y="1184990"/>
              <a:ext cx="2026329" cy="2026329"/>
            </a:xfrm>
            <a:prstGeom prst="rect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 b="1" dirty="0">
                  <a:solidFill>
                    <a:schemeClr val="bg1"/>
                  </a:solidFill>
                  <a:latin typeface="Consolas" panose="020B0609020204030204" pitchFamily="49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&gt;_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C5922BB-65D4-40BD-98D6-2B06A7F1EAFE}"/>
                </a:ext>
              </a:extLst>
            </p:cNvPr>
            <p:cNvSpPr/>
            <p:nvPr/>
          </p:nvSpPr>
          <p:spPr>
            <a:xfrm>
              <a:off x="7142775" y="2407985"/>
              <a:ext cx="1951978" cy="1951978"/>
            </a:xfrm>
            <a:prstGeom prst="rect">
              <a:avLst/>
            </a:prstGeom>
            <a:no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400" b="1" dirty="0">
                  <a:solidFill>
                    <a:schemeClr val="bg1"/>
                  </a:solidFill>
                  <a:latin typeface="Consolas" panose="020B0609020204030204" pitchFamily="49" charset="0"/>
                  <a:cs typeface="Times New Roman" panose="02020603050405020304" pitchFamily="18" charset="0"/>
                </a:rPr>
                <a:t>0x55</a:t>
              </a:r>
              <a:endParaRPr lang="zh-CN" altLang="en-US" sz="5400" b="1" dirty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圆: 空心 19">
            <a:extLst>
              <a:ext uri="{FF2B5EF4-FFF2-40B4-BE49-F238E27FC236}">
                <a16:creationId xmlns:a16="http://schemas.microsoft.com/office/drawing/2014/main" id="{AC71749F-94AC-4151-8BEE-188619B6D948}"/>
              </a:ext>
            </a:extLst>
          </p:cNvPr>
          <p:cNvSpPr/>
          <p:nvPr/>
        </p:nvSpPr>
        <p:spPr>
          <a:xfrm>
            <a:off x="6657643" y="2213772"/>
            <a:ext cx="251132" cy="251132"/>
          </a:xfrm>
          <a:prstGeom prst="donut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545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2026-08-25T15:37:51Z</dcterms:created>
  <dcterms:modified xsi:type="dcterms:W3CDTF">2026-08-25T15:38:11Z</dcterms:modified>
</cp:coreProperties>
</file>